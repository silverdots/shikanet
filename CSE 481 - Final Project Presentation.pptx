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Krishna Saxena"/>
  <p:cmAuthor clrIdx="1" id="1" initials="" lastIdx="1" name="Kasten Welsh"/>
  <p:cmAuthor clrIdx="2" id="2" initials="" lastIdx="1" name="Richard Tra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aleway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aleway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3-13T11:32:02.660">
    <p:pos x="196" y="725"/>
    <p:text>@rtran904@gmail.com @welshkas000@gmail.com likely don't want UwU in the final presentation</p:text>
  </p:cm>
  <p:cm authorId="1" idx="1" dt="2025-03-13T11:22:10.292">
    <p:pos x="196" y="725"/>
    <p:text>Seem important to be honest. +1 for keeping it</p:text>
  </p:cm>
  <p:cm authorId="2" idx="1" dt="2025-03-13T11:32:02.660">
    <p:pos x="196" y="725"/>
    <p:text>👍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facc5d62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3facc5d62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facc5d62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facc5d62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facc5d625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facc5d625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facc5d62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facc5d62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facc5d625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facc5d62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5b02be5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5b02be5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facc5d62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facc5d62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Notes: issues with last keyword, running </a:t>
            </a:r>
            <a:r>
              <a:rPr lang="en"/>
              <a:t>queries that reference specific date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facc5d62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3facc5d62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hM_JZVcTtlse_JHBY9m_FwGi1EoMjYK8/view" TargetMode="External"/><Relationship Id="rId4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480150" y="146575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Message Summarization App</a:t>
            </a:r>
            <a:endParaRPr/>
          </a:p>
        </p:txBody>
      </p:sp>
      <p:sp>
        <p:nvSpPr>
          <p:cNvPr id="59" name="Google Shape;59;p13"/>
          <p:cNvSpPr txBox="1"/>
          <p:nvPr>
            <p:ph idx="4294967295" type="subTitle"/>
          </p:nvPr>
        </p:nvSpPr>
        <p:spPr>
          <a:xfrm>
            <a:off x="480150" y="3463425"/>
            <a:ext cx="4091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</a:rPr>
              <a:t>Krishna, Kasten, Richard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2725" y="152400"/>
            <a:ext cx="2147374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6926" y="242950"/>
            <a:ext cx="3646075" cy="4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Some messaging apps lack meaningful search functionality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Among those that do, it’s not always helpful/effective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Idea</a:t>
            </a:r>
            <a:r>
              <a:rPr lang="en" sz="1500"/>
              <a:t>: an app to consolidate messages from different platforms and provide reasonable, intelligent answers to user questions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Key tasks</a:t>
            </a:r>
            <a:r>
              <a:rPr lang="en" sz="1500"/>
              <a:t>: analyzing context, retrieving relevant messages, summarization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4659975" y="1755325"/>
            <a:ext cx="4284900" cy="3102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160250" y="1755325"/>
            <a:ext cx="4284900" cy="2422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4" name="Google Shape;74;p15"/>
          <p:cNvSpPr txBox="1"/>
          <p:nvPr>
            <p:ph type="title"/>
          </p:nvPr>
        </p:nvSpPr>
        <p:spPr>
          <a:xfrm>
            <a:off x="217725" y="20517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</a:t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821" y="1939936"/>
            <a:ext cx="3605759" cy="10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6224" y="3109675"/>
            <a:ext cx="1572951" cy="883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3099" y="431400"/>
            <a:ext cx="3237799" cy="10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6400" y="4075125"/>
            <a:ext cx="2752083" cy="6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32912" y="1923524"/>
            <a:ext cx="3939033" cy="623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p15"/>
          <p:cNvGrpSpPr/>
          <p:nvPr/>
        </p:nvGrpSpPr>
        <p:grpSpPr>
          <a:xfrm>
            <a:off x="5826125" y="2598850"/>
            <a:ext cx="1952625" cy="1018576"/>
            <a:chOff x="5826125" y="2598850"/>
            <a:chExt cx="1952625" cy="1018576"/>
          </a:xfrm>
        </p:grpSpPr>
        <p:pic>
          <p:nvPicPr>
            <p:cNvPr id="81" name="Google Shape;81;p15"/>
            <p:cNvPicPr preferRelativeResize="0"/>
            <p:nvPr/>
          </p:nvPicPr>
          <p:blipFill rotWithShape="1">
            <a:blip r:embed="rId8">
              <a:alphaModFix/>
            </a:blip>
            <a:srcRect b="48207" l="0" r="0" t="9164"/>
            <a:stretch/>
          </p:blipFill>
          <p:spPr>
            <a:xfrm>
              <a:off x="5826125" y="2598850"/>
              <a:ext cx="1952625" cy="623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5"/>
            <p:cNvPicPr preferRelativeResize="0"/>
            <p:nvPr/>
          </p:nvPicPr>
          <p:blipFill rotWithShape="1">
            <a:blip r:embed="rId8">
              <a:alphaModFix/>
            </a:blip>
            <a:srcRect b="6741" l="0" r="0" t="66236"/>
            <a:stretch/>
          </p:blipFill>
          <p:spPr>
            <a:xfrm>
              <a:off x="5826125" y="3222251"/>
              <a:ext cx="1952625" cy="3951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Overview</a:t>
            </a:r>
            <a:endParaRPr/>
          </a:p>
        </p:txBody>
      </p:sp>
      <p:sp>
        <p:nvSpPr>
          <p:cNvPr id="88" name="Google Shape;88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Users search through past </a:t>
            </a:r>
            <a:r>
              <a:rPr lang="en"/>
              <a:t>conversation</a:t>
            </a:r>
            <a:r>
              <a:rPr lang="en"/>
              <a:t> history via chat agent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Summarize recent activity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try asking specific and general questions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Relative time-based queries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Add, delete, edit friend profiles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App settings (see demo…)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Edit user profile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Manage history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About page :)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…Appearance</a:t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775" y="1192536"/>
            <a:ext cx="4121426" cy="92073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Metrics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11700" y="1152475"/>
            <a:ext cx="8520600" cy="41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r>
              <a:rPr lang="en"/>
              <a:t> Generation: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with structured output can be used to create a set of questions and answers to be used for evaluation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Evaluation is also done by a LLM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Our model’s response, along with the question and ground-truth answer / supporting documents are fed into a LLM prompted with a rubric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Grading on a 1-3 scale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dates: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MultiQuery: 1.661764705882353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Semantic Chunking: 1.411764705882353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dates: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MultiQuery: 1.7647058823529411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Semantic Chunking: 1.5147058823529411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Needs larger context – summarize messages before to gather more context for evaluation</a:t>
            </a:r>
            <a:endParaRPr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4700" y="171100"/>
            <a:ext cx="5639299" cy="1049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/>
        </p:nvSpPr>
        <p:spPr>
          <a:xfrm>
            <a:off x="3469825" y="1768925"/>
            <a:ext cx="570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aaaAAAA demo VIDEO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9" title="481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Takeaways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520600" cy="37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LLMs are the new neuron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Subtasks can be done by LLMs and and results can be passed to other LLM-powered subtasks via JSON formatting and LangChain/LangGraph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Semantic Chunking (</a:t>
            </a:r>
            <a:r>
              <a:rPr lang="en"/>
              <a:t>RAG preprocessing technique</a:t>
            </a:r>
            <a:r>
              <a:rPr lang="en"/>
              <a:t>) saves lives!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chunks of semantically similar messages and save their summary in a vector database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Designing aesthetically </a:t>
            </a:r>
            <a:r>
              <a:rPr lang="en"/>
              <a:t>pleasing</a:t>
            </a:r>
            <a:r>
              <a:rPr lang="en"/>
              <a:t> apps can be challenging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Managing state, layouts, navigation, and user interaction require careful planning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UwU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